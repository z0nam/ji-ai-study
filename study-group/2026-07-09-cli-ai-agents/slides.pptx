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05156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0" y="1051560"/>
            <a:ext cx="356616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1197864"/>
            <a:ext cx="356616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5" name="Shape 3"/>
          <p:cNvSpPr/>
          <p:nvPr/>
        </p:nvSpPr>
        <p:spPr>
          <a:xfrm>
            <a:off x="5248656" y="114300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6" name="Shape 4"/>
          <p:cNvSpPr/>
          <p:nvPr/>
        </p:nvSpPr>
        <p:spPr>
          <a:xfrm>
            <a:off x="5431536" y="114300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114300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 — ai-test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1808" y="1435608"/>
            <a:ext cx="31638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이 폴더의 hwp 파일을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전부 pdf로 바꿔줘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3개 변환 완료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채팅창을 넘어서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기반 AI 에이전트 입문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· Codex · Antigravity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인공지능연구회 소모임  |  2026. 7. 9(목) 17:00  |  다랑쉬 회의실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1시간의 목표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왕초보 기준, 이 세 가지면 성공입니다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채팅창과 에이전트가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다른지 설명할 수 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성공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구독에 맞는 도구를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노트북에 설치한다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0020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작업 실행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한 문장으로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일을 시켜본다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타임라인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1301496" cy="566928"/>
          </a:xfrm>
          <a:prstGeom prst="roundRect">
            <a:avLst>
              <a:gd name="adj" fmla="val 9677"/>
            </a:avLst>
          </a:prstGeom>
          <a:solidFill>
            <a:srgbClr val="1FA37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66160"/>
            <a:ext cx="130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
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59280" y="3566160"/>
            <a:ext cx="1979676" cy="566928"/>
          </a:xfrm>
          <a:prstGeom prst="roundRect">
            <a:avLst>
              <a:gd name="adj" fmla="val 9677"/>
            </a:avLst>
          </a:prstGeom>
          <a:solidFill>
            <a:srgbClr val="35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1859280" y="3566160"/>
            <a:ext cx="1979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
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93820" y="3566160"/>
            <a:ext cx="2250948" cy="566928"/>
          </a:xfrm>
          <a:prstGeom prst="roundRect">
            <a:avLst>
              <a:gd name="adj" fmla="val 9677"/>
            </a:avLst>
          </a:prstGeom>
          <a:solidFill>
            <a:srgbClr val="F5B942"/>
          </a:solidFill>
          <a:ln/>
        </p:spPr>
      </p:sp>
      <p:sp>
        <p:nvSpPr>
          <p:cNvPr id="25" name="Text 23"/>
          <p:cNvSpPr/>
          <p:nvPr/>
        </p:nvSpPr>
        <p:spPr>
          <a:xfrm>
            <a:off x="3893820" y="3566160"/>
            <a:ext cx="2250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
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9632" y="3566160"/>
            <a:ext cx="1708404" cy="566928"/>
          </a:xfrm>
          <a:prstGeom prst="roundRect">
            <a:avLst>
              <a:gd name="adj" fmla="val 9677"/>
            </a:avLst>
          </a:prstGeom>
          <a:solidFill>
            <a:srgbClr val="35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3566160"/>
            <a:ext cx="1708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
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62900" y="3566160"/>
            <a:ext cx="623316" cy="566928"/>
          </a:xfrm>
          <a:prstGeom prst="roundRect">
            <a:avLst>
              <a:gd name="adj" fmla="val 9677"/>
            </a:avLst>
          </a:prstGeom>
          <a:solidFill>
            <a:srgbClr val="1FA372"/>
          </a:solidFill>
          <a:ln/>
        </p:spPr>
      </p:sp>
      <p:sp>
        <p:nvSpPr>
          <p:cNvPr id="29" name="Text 27"/>
          <p:cNvSpPr/>
          <p:nvPr/>
        </p:nvSpPr>
        <p:spPr>
          <a:xfrm>
            <a:off x="7962900" y="3566160"/>
            <a:ext cx="623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
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02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18:00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 vs 에이전트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겉모습은 비슷하지만, 일하는 방식이 완전히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채팅창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전화로 조언해주는 컨설턴트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→ 답 복사 → 붙여넣기 → 에러 →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복사… 반복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파일과 화면을 볼 수 없음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"이렇게 하시면 됩니다" — 말로 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 에이전트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옆자리에서 직접 손 움직이는 동료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33172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폴더의 파일을 읽고, 고치고,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프로그램을 실행하고, 결과 확인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스스로 다시 시도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"3개 완료했습니다" — 일로 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요약:  채팅창은 AI가 답을 말해주는 곳, 에이전트는 AI가 내 컴퓨터에서 직접 일하는 곳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이렇게 일합니다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여러분의 허락 없이는 움직이지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234440" cy="1234440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97480" y="1508760"/>
            <a:ext cx="1234440" cy="1234440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508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1234440" cy="1234440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08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812280" y="1508760"/>
            <a:ext cx="1234440" cy="1234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08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계획으로 되돌아가 다시 —  사람이 개입할 필요 없이 알아서 굴러가는 루프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FF6E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0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안전장치: 승인제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913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도구 모두 파일을 고치거나 명령을 실행하기 전에 반드시 물어봅니다. "이 파일 수정할까요? (y/n)"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실습은 반드시 빈 폴더에서 — 진행 중인 보고서 폴더에서 돌리지 마세요.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도구 3종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구독 중인 서비스를 따라가면 됩니다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Antigravity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3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(CLI)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(CLI) + 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앱 (VS Code 스타일)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계정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Pro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Plus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계정 (무료)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첫인상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검은 화면이지만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대화만 하면 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Code와 유사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화면이 있어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친숙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누가?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유료 구독자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유료 구독자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A3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무구독자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공통점: 셋 다 한국어로 말하면 됩니다. 명령어를 외울 필요가 없어요.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 5가지 — "AI 신입사원" 비유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핸드아웃에 상세 설명 있음 · 오늘은 이 표만 기억하세요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세계의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대화할 창구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신입과 이야기하는 터미널 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시스템 출입증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A3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그룹웨어·슬랙·hwp 등 외부 시스템 연결 규격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매뉴얼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A3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(Skill)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일은 이렇게 처리해" 작업 절차서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매뉴얼+출입증 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플러그인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스킬·명령어·MCP를 한 번에 설치하는 꾸러미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규칙 게시판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AGENTS.md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말 안 해도 항상 지키는 기본 규칙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팀에 아주 똑똑한 신입사원(에이전트)이 왔다 — 일 잘하게 만들려면 이 다섯 개가 필요합니다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— AI용 USB-C 단자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Claude Code에도, Codex에도, Antigravity에도 꽂힙니다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만들어진 것 (꽂기만 하면 됨)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MCP — 채널 읽기/쓰기, 파일 공유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· Gmail · Calendar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MCP — 웹 접속·클릭·입력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GitHub, 그 외 수천 개 공개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만든 것 (로컬)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hwpx-mcp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AI가 한글(hwpx) 문서를 읽고 씀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ji-gw-ai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 기관 그룹웨어 접속 — 일정 등록,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결재 확인 등을 AI가 직접 수행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4297680"/>
            <a:ext cx="813816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443984"/>
            <a:ext cx="813816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" y="438912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" y="438912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696" y="438912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681728"/>
            <a:ext cx="7735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hwpx -- npx hwpx-mcp     # 꽂는 건 한 줄, 그 다음부턴 말만 하면 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— 업무 매뉴얼 폴더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출입증이라면, 스킬은 "우리 방식대로 일하게" 하는 매뉴얼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3108960"/>
          </a:xfrm>
          <a:prstGeom prst="roundRect">
            <a:avLst>
              <a:gd name="adj" fmla="val 2059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17904"/>
            <a:ext cx="420624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" y="146304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146304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" y="146304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mail-skill — 매뉴얼 예시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755648"/>
            <a:ext cx="38039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mail-skill/SKILL.md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기관 메일 작성 규칙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첫 줄: "안녕하십니까,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○○센터 ○○○입니다."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존댓말, 두괄식으로 용건 먼저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서명 블록: 이름/부서/내선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외부 발송은 기관명 풀네임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코딩이 아닙니다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매뉴얼을 쓰는 일입니다.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폴더를 스킬 위치에 넣어두면, "메일 초안 써줘"
할 때마다 AI가 알아서 이 규칙대로 씁니다.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규칙을 다시 설명할 필요가 없어지는 것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이게 스킬의 핵심입니다.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팁: "방금 한 작업 과정을 스킬로 저장해줘"라고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시켜도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조합하면 — 문장 하나로 업무일지 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출입증(MCP) 여러 장 + 매뉴얼(스킬) 여러 권의 합주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813816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72184"/>
            <a:ext cx="813816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" y="141732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141732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" y="141732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709928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이번 주 업무일지 작성해서 그룹웨어에 올리고, 요약을 소모임 채널에 공유해줘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2578608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ji-gw-ai (MCP)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그룹웨어에서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일정 조회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86584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87752" y="242316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2344" y="2578608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275234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24912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calendar-worklog (스킬)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24912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양식대로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업무일지 작성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71416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72584" y="242316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2578608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9744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hwp-agent + hwpx-mcp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9744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양식 hwpx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생성·등록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56248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57416" y="242316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22008" y="2578608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92200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94576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MCP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94576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소모임 채널에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공유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"완료했습니다. 확인해주세요."  —  이게 에이전트 활용의 최종 그림입니다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 일정 등록 + 슬랙 공지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 ·  채팅창 AI는 절대 못 하는 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2103120"/>
          </a:xfrm>
          <a:prstGeom prst="roundRect">
            <a:avLst>
              <a:gd name="adj" fmla="val 3043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04672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40864"/>
            <a:ext cx="804672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28600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28600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228600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94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578608"/>
            <a:ext cx="76443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그룹웨어에 다음 소모임 일정 잡고, 소모임 채널에 공지 올려줘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[1/3] ji-gw-ai로 그룹웨어 접속 → 일정 등록      ← 지금 '출입증(MCP)'을 쓰는 중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[2/3] 공지 문안 작성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[3/3] Slack MCP로 #인공지능연구회소모임 게시    ✓ 완료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창이 뜰 때마다 잠깐 멈춥니다 — "지금 저한테 허락을 구하는 겁니다"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hwp2pdf 작업을 슬랙에 공유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(ChatGPT)  ·  우리 채널에서 이미 해온 일들의 연장선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1828800"/>
          </a:xfrm>
          <a:prstGeom prst="roundRect">
            <a:avLst>
              <a:gd name="adj" fmla="val 3500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04672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40864"/>
            <a:ext cx="804672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28600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28600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228600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94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578608"/>
            <a:ext cx="7644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codex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내가 만든 hwp2pdf 내용 정리해서 동호회 채널에 올려줘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5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README 요약 → 슬랙 업로드   ✓ 완료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업무의 상당수가 hwp — 이런 반복 작업이 자동화 1순위입니다. (HWP Preview 봇, hwpx-mcp 기억나시죠?)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실습 — 내 구독에 맞는 것 하나만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들어주세요: Claude 유료 / ChatGPT 유료 / 그 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Pro 이상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2377440"/>
          </a:xfrm>
          <a:prstGeom prst="roundRect">
            <a:avLst>
              <a:gd name="adj" fmla="val 2692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792224"/>
            <a:ext cx="274320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173736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73736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173736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29968"/>
            <a:ext cx="23408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터미널: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PowerShell: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https://claude.ai/install.ps1 | iex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설치 후 claude 입력, 브라우저 로그인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73552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Plus 이상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27832" y="1645920"/>
            <a:ext cx="2743200" cy="2377440"/>
          </a:xfrm>
          <a:prstGeom prst="roundRect">
            <a:avLst>
              <a:gd name="adj" fmla="val 2692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64592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27832" y="1792224"/>
            <a:ext cx="274320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5848" y="173736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3538728" y="173736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8" name="Shape 16"/>
          <p:cNvSpPr/>
          <p:nvPr/>
        </p:nvSpPr>
        <p:spPr>
          <a:xfrm>
            <a:off x="3721608" y="173736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029968"/>
            <a:ext cx="23408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터미널: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https://chatgpt.com/codex/install.sh | sh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PowerShell: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https://chatgpt.com/codex/install.ps1 | iex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codex 입력, Sign in with ChatGPT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35624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  </a:t>
            </a:r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 (무료)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904" y="1645920"/>
            <a:ext cx="2743200" cy="2377440"/>
          </a:xfrm>
          <a:prstGeom prst="roundRect">
            <a:avLst>
              <a:gd name="adj" fmla="val 2692"/>
            </a:avLst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64592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2A3B4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9904" y="1792224"/>
            <a:ext cx="2743200" cy="146304"/>
          </a:xfrm>
          <a:prstGeom prst="rect">
            <a:avLst/>
          </a:prstGeom>
          <a:solidFill>
            <a:srgbClr val="2A3B4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737360"/>
            <a:ext cx="109728" cy="109728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737360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1737360"/>
            <a:ext cx="109728" cy="109728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2029968"/>
            <a:ext cx="23408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antigravity.google/download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다운로드 후 설치 (일반 앱과 동일)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Start fresh 선택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에이전트 모드: 검토 중심(승인형)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구글 계정 로그인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되면?  ① 터미널 껐다 다시 켜기  ② 무료 플랜이면 Antigravity로  ③ 크게 막히면 손 들기 (전체 진행은 계속)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미션 — 바탕화면에 ai-test 빈 폴더부터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Antigravity는 폴더를 워크스페이스로 열기 · CLI는 cd로 이동 후 실행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1 · 승인 경험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"hello.txt 파일을 만들고 오늘 배운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한 줄로 적어줘"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9516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승인(y) 누르는 순간을 경험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9748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2 · 보이는 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소개 웹페이지를 만들어서 브라우저로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열어줘. 배경은 내가 좋아하는 색으로"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9516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눈앞에 뜨는 순간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4904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3 · 대화로 수정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A3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"글씨를 키우고 이모지를 추가해줘"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9516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계속 고쳐나가는 감각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있는 분: 폴더에 pdf 몇 개 넣고 → "이 파일들 내용을 요약한 목록.md 만들어줘"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세 줄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984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= 답만 하는 AI가 아니라, 내 컴퓨터에서 직접 일하는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92808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6537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대화하면 됩니다 — MCP는 출입증, 스킬은 매뉴얼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59736"/>
            <a:ext cx="347472" cy="347472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3230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승인제라 안전하지만, 실습은 빈 폴더에서만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F2D3D"/>
          </a:solidFill>
          <a:ln w="9525">
            <a:solidFill>
              <a:srgbClr val="DC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과제:  </a:t>
            </a:r>
            <a:pPr indent="0" marL="0">
              <a:buNone/>
            </a:pPr>
            <a:r>
              <a:rPr lang="en-US" sz="1350" dirty="0">
                <a:solidFill>
                  <a:srgbClr val="D7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업무 하나를 에이전트로 시도해보고, 결과를 #인공지능연구회소모임 채널에 공유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소모임 후보:  MCP로 그룹웨어·슬랙 직접 연결  ·  스킬 만들기 실습  ·  플러그인으로 묶어 공유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아카이브   </a:t>
            </a:r>
            <a:pPr algn="ctr" indent="0" marL="0">
              <a:buNone/>
            </a:pPr>
            <a:r>
              <a:rPr lang="en-US" sz="1400" b="1" dirty="0">
                <a:solidFill>
                  <a:srgbClr val="35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github.com/z0nam/ji-ai-study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채팅창을 넘어서: CLI 기반 AI 에이전트 입문</dc:title>
  <dc:subject>PptxGenJS Presentation</dc:subject>
  <dc:creator>조남운</dc:creator>
  <cp:lastModifiedBy>조남운</cp:lastModifiedBy>
  <cp:revision>1</cp:revision>
  <dcterms:created xsi:type="dcterms:W3CDTF">2026-07-09T03:17:47Z</dcterms:created>
  <dcterms:modified xsi:type="dcterms:W3CDTF">2026-07-09T03:17:47Z</dcterms:modified>
</cp:coreProperties>
</file>