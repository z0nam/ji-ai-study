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1" r:id="rId5"/>
    <p:sldId id="260" r:id="rId6"/>
    <p:sldId id="261" r:id="rId7"/>
    <p:sldId id="272" r:id="rId8"/>
    <p:sldId id="274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88"/>
    <p:restoredTop sz="94610"/>
  </p:normalViewPr>
  <p:slideViewPr>
    <p:cSldViewPr snapToGrid="0" snapToObjects="1">
      <p:cViewPr varScale="1">
        <p:scale>
          <a:sx n="248" d="100"/>
          <a:sy n="248" d="100"/>
        </p:scale>
        <p:origin x="1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3545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1051560"/>
            <a:ext cx="3566160" cy="2286000"/>
          </a:xfrm>
          <a:prstGeom prst="roundRect">
            <a:avLst>
              <a:gd name="adj" fmla="val 2800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5120640" y="1051560"/>
            <a:ext cx="356616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5120640" y="1197864"/>
            <a:ext cx="356616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248656" y="114300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31536" y="114300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614416" y="114300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5852160" y="1051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terminal — ai-test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21808" y="1435608"/>
            <a:ext cx="31638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이 폴더의 hwp 파일을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전부 pdf로 바꿔줘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3개 변환 완료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2344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채팅창을 넘어서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기반 AI 에이전트 입문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· Codex · Antigravity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5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인공지능연구회 소모임  |  2026. 7. 9(목) 17:00  |  다랑쉬 회의실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1시간의 목표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왕초보 기준, 이 세 가지면 성공입니다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5361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이해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채팅창과 에이전트가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뭐가 다른지 설명할 수 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3520440" y="160020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352044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77640" y="15361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성공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52044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구독에 맞는 도구를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노트북에 설치한다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6309360" y="160020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630936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66560" y="15361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작업 실행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0936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한 문장으로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일을 시켜본다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 타임라인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301496" cy="566928"/>
          </a:xfrm>
          <a:prstGeom prst="roundRect">
            <a:avLst>
              <a:gd name="adj" fmla="val 9677"/>
            </a:avLst>
          </a:prstGeom>
          <a:solidFill>
            <a:srgbClr val="1FA37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502920" y="3566160"/>
            <a:ext cx="1301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59280" y="3566160"/>
            <a:ext cx="1979676" cy="566928"/>
          </a:xfrm>
          <a:prstGeom prst="roundRect">
            <a:avLst>
              <a:gd name="adj" fmla="val 9677"/>
            </a:avLst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859280" y="356616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893820" y="3566160"/>
            <a:ext cx="2250948" cy="566928"/>
          </a:xfrm>
          <a:prstGeom prst="roundRect">
            <a:avLst>
              <a:gd name="adj" fmla="val 9677"/>
            </a:avLst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3893820" y="3566160"/>
            <a:ext cx="22509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99632" y="3566160"/>
            <a:ext cx="1708404" cy="566928"/>
          </a:xfrm>
          <a:prstGeom prst="roundRect">
            <a:avLst>
              <a:gd name="adj" fmla="val 9677"/>
            </a:avLst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199632" y="3566160"/>
            <a:ext cx="1708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13분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962900" y="3566160"/>
            <a:ext cx="623316" cy="566928"/>
          </a:xfrm>
          <a:prstGeom prst="roundRect">
            <a:avLst>
              <a:gd name="adj" fmla="val 9677"/>
            </a:avLst>
          </a:prstGeom>
          <a:solidFill>
            <a:srgbClr val="1FA37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962900" y="3566160"/>
            <a:ext cx="6233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1228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18:00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 vs 에이전트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겉모습은 비슷하지만, 일하는 방식이 완전히 다릅니다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 채팅창 AI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9385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전화로 조언해주는 컨설턴트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→ 답 복사 → 붙여넣기 → 에러 →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복사… 반복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파일과 화면을 볼 수 없음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"이렇게 하시면 됩니다" — 말로 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4983480" y="1554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 에이전트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9385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옆자리에서 직접 손 움직이는 동료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233172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폴더의 파일을 읽고, 고치고,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프로그램을 실행하고, 결과 확인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스스로 다시 시도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"3개 완료했습니다" — 일로 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3891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요약:  채팅창은 AI가 답을 말해주는 곳, 에이전트는 AI가 내 컴퓨터에서 직접 일하는 곳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</a:t>
            </a:r>
            <a:r>
              <a:rPr lang="en-US" sz="3000" b="1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</a:t>
            </a: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일합니다</a:t>
            </a: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en-US" sz="3000" b="1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</a:t>
            </a: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여러분의 허락 없이는 움직이지 않습니다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18640"/>
            <a:ext cx="1234440" cy="1234440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640080" y="181864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920240" y="20929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697480" y="1818640"/>
            <a:ext cx="1234440" cy="1234440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697480" y="181864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77640" y="20929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754880" y="1818640"/>
            <a:ext cx="1234440" cy="1234440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754880" y="181864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35040" y="209296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812280" y="1818640"/>
            <a:ext cx="1234440" cy="1234440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812280" y="181864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0530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계획으로 되돌아가 다시 —  사람이 개입할 필요 없이 알아서 굴러가는 루프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556000"/>
            <a:ext cx="8138160" cy="1325880"/>
          </a:xfrm>
          <a:prstGeom prst="roundRect">
            <a:avLst>
              <a:gd name="adj" fmla="val 5517"/>
            </a:avLst>
          </a:prstGeom>
          <a:solidFill>
            <a:srgbClr val="FFF6E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777240" y="36931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안전장치: 승인제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086352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도구 모두 파일을 고치거나 명령을 실행하기 전에 반드시 물어봅니다. "이 파일 수정할까요? (y/n)"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실습은 반드시 빈 폴더에서 — 진행 중인 보고서 폴더에서 돌리지 마세요.</a:t>
            </a:r>
            <a:endParaRPr lang="en-US" sz="1250" dirty="0"/>
          </a:p>
        </p:txBody>
      </p:sp>
      <p:sp>
        <p:nvSpPr>
          <p:cNvPr id="19" name="HarnessCaption">
            <a:extLst>
              <a:ext uri="{FF2B5EF4-FFF2-40B4-BE49-F238E27FC236}">
                <a16:creationId xmlns:a16="http://schemas.microsoft.com/office/drawing/2014/main" id="{BD410459-E2A4-2A43-A3C1-3A949812DB24}"/>
              </a:ext>
            </a:extLst>
          </p:cNvPr>
          <p:cNvSpPr txBox="1"/>
          <p:nvPr/>
        </p:nvSpPr>
        <p:spPr>
          <a:xfrm>
            <a:off x="502920" y="1133167"/>
            <a:ext cx="8140700" cy="75405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  <a:defRPr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하네스란? </a:t>
            </a: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에이전트의 실행 루프와 안전장치(승인, 로그 등)를 하나로 감싸 구동하는 프로그램입니다</a:t>
            </a:r>
          </a:p>
          <a:p>
            <a:pPr marL="0" indent="0">
              <a:buNone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</a:t>
            </a: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Code, Codex, Cursor, Antigravity </a:t>
            </a:r>
            <a:r>
              <a:rPr lang="en-US" sz="1200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</a:t>
            </a: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// </a:t>
            </a:r>
            <a:r>
              <a:rPr lang="en-US" sz="1200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오케스트레이터</a:t>
            </a: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</a:t>
            </a:r>
            <a:r>
              <a:rPr lang="ko-KR" alt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Hermes agent, </a:t>
            </a:r>
            <a:r>
              <a:rPr lang="en-US" altLang="ko-KR" sz="1200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cmux</a:t>
            </a:r>
            <a:r>
              <a:rPr lang="en-US" altLang="ko-KR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 </a:t>
            </a:r>
            <a:r>
              <a:rPr lang="en-US" altLang="ko-KR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</a:t>
            </a:r>
            <a:r>
              <a:rPr lang="ko-KR" alt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작업 분배 조율</a:t>
            </a:r>
            <a:r>
              <a:rPr lang="en-US" altLang="ko-KR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50" dirty="0">
              <a:solidFill>
                <a:srgbClr val="5B6B7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>
              <a:defRPr/>
            </a:pPr>
            <a:r>
              <a:rPr sz="1100" dirty="0"/>
              <a:t>💡 </a:t>
            </a:r>
            <a:r>
              <a:rPr sz="1100" dirty="0" err="1"/>
              <a:t>쉽게</a:t>
            </a:r>
            <a:r>
              <a:rPr sz="1100" dirty="0"/>
              <a:t> </a:t>
            </a:r>
            <a:r>
              <a:rPr sz="1100" dirty="0" err="1"/>
              <a:t>말해</a:t>
            </a:r>
            <a:r>
              <a:rPr sz="1100" dirty="0"/>
              <a:t>: </a:t>
            </a:r>
            <a:r>
              <a:rPr sz="1100" dirty="0" err="1"/>
              <a:t>하네스는</a:t>
            </a:r>
            <a:r>
              <a:rPr sz="1100" dirty="0"/>
              <a:t> '</a:t>
            </a:r>
            <a:r>
              <a:rPr sz="1100" dirty="0" err="1"/>
              <a:t>신입사원이</a:t>
            </a:r>
            <a:r>
              <a:rPr sz="1100" dirty="0"/>
              <a:t> </a:t>
            </a:r>
            <a:r>
              <a:rPr sz="1100" dirty="0" err="1"/>
              <a:t>일하는</a:t>
            </a:r>
            <a:r>
              <a:rPr sz="1100" dirty="0"/>
              <a:t> </a:t>
            </a:r>
            <a:r>
              <a:rPr sz="1100" dirty="0" err="1"/>
              <a:t>업무용</a:t>
            </a:r>
            <a:r>
              <a:rPr sz="1100" dirty="0"/>
              <a:t> </a:t>
            </a:r>
            <a:r>
              <a:rPr sz="1100" dirty="0" err="1"/>
              <a:t>노트북</a:t>
            </a:r>
            <a:r>
              <a:rPr sz="1100" dirty="0"/>
              <a:t>(</a:t>
            </a:r>
            <a:r>
              <a:rPr sz="1100" dirty="0" err="1"/>
              <a:t>기본</a:t>
            </a:r>
            <a:r>
              <a:rPr sz="1100" dirty="0"/>
              <a:t> </a:t>
            </a:r>
            <a:r>
              <a:rPr sz="1100" dirty="0" err="1"/>
              <a:t>환경</a:t>
            </a:r>
            <a:r>
              <a:rPr sz="1100" dirty="0"/>
              <a:t>)', </a:t>
            </a:r>
            <a:r>
              <a:rPr sz="1100" dirty="0" err="1"/>
              <a:t>오케스트레이터는</a:t>
            </a:r>
            <a:r>
              <a:rPr sz="1100" dirty="0"/>
              <a:t> '</a:t>
            </a:r>
            <a:r>
              <a:rPr sz="1100" dirty="0" err="1"/>
              <a:t>일을</a:t>
            </a:r>
            <a:r>
              <a:rPr sz="1100" dirty="0"/>
              <a:t> </a:t>
            </a:r>
            <a:r>
              <a:rPr sz="1100" dirty="0" err="1"/>
              <a:t>나눠주는</a:t>
            </a:r>
            <a:r>
              <a:rPr sz="1100" dirty="0"/>
              <a:t> </a:t>
            </a:r>
            <a:r>
              <a:rPr sz="1100" dirty="0" err="1"/>
              <a:t>팀장급</a:t>
            </a:r>
            <a:r>
              <a:rPr sz="1100" dirty="0"/>
              <a:t> </a:t>
            </a:r>
            <a:r>
              <a:rPr sz="1100" dirty="0" err="1"/>
              <a:t>분배기</a:t>
            </a:r>
            <a:r>
              <a:rPr dirty="0"/>
              <a:t>'</a:t>
            </a:r>
          </a:p>
        </p:txBody>
      </p:sp>
    </p:spTree>
    <p:extLst>
      <p:ext uri="{BB962C8B-B14F-4D97-AF65-F5344CB8AC3E}">
        <p14:creationId xmlns:p14="http://schemas.microsoft.com/office/powerpoint/2010/main" val="317023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도구 3종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구독 중인 서비스를 따라가면 됩니다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2596896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Codex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Antigravity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3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만든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Anthropic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 (CLI)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 (CLI) + 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앱 (VS Code 스타일)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계정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Pro 이상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ChatGPT Plus 이상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구글 계정 (무료)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첫인상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 화면이지만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대화만 하면 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Code와 유사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화면이 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친숙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누가?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유료 구독자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ChatGPT 유료 구독자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A3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Gemini · 무구독자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공통점: 셋 다 한국어로 말하면 됩니다. 명령어를 외울 필요가 없어요.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개념 5가지 — "AI 신입사원" 비유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핸드아웃에 상세 설명 있음 · 오늘은 이 표만 기억하세요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267004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세계의 이름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정의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대화할 창구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신입과 이야기하는 터미널 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 시스템 출입증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A3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그룹웨어·슬랙·hwp 등 외부 시스템 연결 규격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매뉴얼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A3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스킬 (Skill)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"이 일은 이렇게 처리해" 작업 절차서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매뉴얼+출입증 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플러그인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스킬·명령어·MCP를 한 번에 설치하는 꾸러미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 규칙 게시판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AGENTS.md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매번 말 안 해도 항상 지키는 기본 규칙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팀에 아주 똑똑한 신입사원(에이전트)이 왔다 — 일 잘하게 만들려면 이 다섯 개가 필요합니다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— AI용 USB-C 단자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만들면 Claude Code에도, Codex에도, Antigravity에도 꽂힙니다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만들어진 것 (꽂기만 하면 됨)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Slack, Monday, Notion — 협업 툴 연동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· Gmail · Calendar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MCP — 웹 접속·클릭·입력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GitHub, 그 외 수천 개 공개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983480" y="1481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직접 만든 것 (로컬)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9202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hwpx-mcp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AI가 한글(hwpx) 문서를 읽고 씀</a:t>
            </a:r>
            <a:endParaRPr lang="en-US" sz="12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ji-gw-ai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우리 기관 그룹웨어 접속 — 일정 등록,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결재 확인 등을 AI가 직접 수행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297680"/>
            <a:ext cx="8138160" cy="685800"/>
          </a:xfrm>
          <a:prstGeom prst="roundRect">
            <a:avLst>
              <a:gd name="adj" fmla="val 9333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813816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502920" y="4443984"/>
            <a:ext cx="813816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630936" y="438912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813816" y="438912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996696" y="438912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04088" y="4681728"/>
            <a:ext cx="7735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hwpx -- npx hwpx-mcp     # 꽂는 건 한 줄, 그 다음부턴 말만 하면 됨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361842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vs MCP — 뭐가 다른가요?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기술이지만, 쓰는 자리와 방식이 다릅니다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(채팅 앱에서)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347472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Claude.ai 같은 채팅 화면에서 클릭 몇 번으로 연결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로그인(OAuth)만 하면 끝 — 설정 파일 없음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Slack, Google Drive, Notion 등을 토글로 켜고 끔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코드·설치 지식 없이 누구나 </a:t>
            </a:r>
            <a:r>
              <a:rPr lang="en-US" sz="1200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endParaRPr lang="en-US" sz="1200" dirty="0">
              <a:solidFill>
                <a:srgbClr val="1B2733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</a:rPr>
              <a:t>채팅앱에서</a:t>
            </a:r>
            <a:r>
              <a:rPr lang="ko-KR" alt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</a:rPr>
              <a:t> 사용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983480" y="1481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(</a:t>
            </a:r>
            <a:r>
              <a:rPr lang="en-US" sz="1400" b="1" dirty="0" err="1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</a:t>
            </a:r>
            <a:r>
              <a:rPr lang="en-US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r>
              <a:rPr lang="en-US" altLang="ko-KR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r>
              <a:rPr lang="ko-KR" altLang="en-US" sz="1400" b="1" dirty="0" err="1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</a:t>
            </a:r>
            <a:r>
              <a:rPr lang="en-US" sz="1400" b="1" dirty="0" err="1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r>
              <a:rPr lang="en-US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9202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Code, Cursor 같은 하네스에 직접 등록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claude mcp add slack -- npx slack-mcp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파일·사내 시스템 등 제한 없이 연결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서버를 직접 만들 수 있음 — 개발자용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297680"/>
            <a:ext cx="8138160" cy="685800"/>
          </a:xfrm>
          <a:prstGeom prst="roundRect">
            <a:avLst>
              <a:gd name="adj" fmla="val 9333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813816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502920" y="4443984"/>
            <a:ext cx="813816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630936" y="438912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813816" y="438912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996696" y="438912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04088" y="4681728"/>
            <a:ext cx="7735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커넥터도 내부적으로는 MCP 프로토콜을 씁니다 — 사용자 경험만 더 쉽게 포장한 것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00932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— 업무 매뉴얼 폴더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MCP가 출입증이라면, 스킬은 "우리 방식대로 일하게" 하는 매뉴얼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206240" cy="3108960"/>
          </a:xfrm>
          <a:prstGeom prst="roundRect">
            <a:avLst>
              <a:gd name="adj" fmla="val 2059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420624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02920" y="1517904"/>
            <a:ext cx="420624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630936" y="146304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813816" y="146304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996696" y="146304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34440" y="13716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mail-skill — 매뉴얼 예시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04088" y="1755648"/>
            <a:ext cx="38039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5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mail-skill/SKILL.md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 기관 메일 작성 규칙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첫 줄: "안녕하십니까,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○○센터 ○○○입니다."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존댓말, 두괄식으로 용건 먼저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서명 블록: 이름/부서/내선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외부 발송은 기관명 풀네임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83480" y="146304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코딩이 아닙니다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한국어로 매뉴얼을 쓰는 일입니다.
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폴더를 스킬 위치에 넣어두면, "메일 초안 써줘"
할 때마다 AI가 알아서 이 규칙대로 씁니다.
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규칙을 다시 설명할 필요가 없어지는 것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이게 스킬의 핵심입니다.
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팁: "방금 한 작업 과정을 스킬로 저장해줘"라고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시켜도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조합하면 — 문장 하나로 업무일지 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출입증(MCP) 여러 장 + 매뉴얼(스킬) 여러 권의 합주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777240"/>
          </a:xfrm>
          <a:prstGeom prst="roundRect">
            <a:avLst>
              <a:gd name="adj" fmla="val 8235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02920" y="1472184"/>
            <a:ext cx="813816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630936" y="141732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813816" y="141732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996696" y="141732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704088" y="1709928"/>
            <a:ext cx="7735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이번 주 업무일지 작성해서 그룹웨어에 올리고, 요약을 소모임 채널에 공유해줘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42316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667512" y="25786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67512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29992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ji-gw-ai (MCP)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345643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그룹웨어에서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일정 조회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86584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87752" y="242316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2752344" y="25786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2752344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24912" y="29992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calendar-worklog (스킬)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24912" y="345643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 양식대로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업무일지 작성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471416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672584" y="242316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4837176" y="25786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4837176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09744" y="29992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hwp-agent + hwpx-mcp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09744" y="345643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양식 hwpx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생성·등록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56248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757416" y="242316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6922008" y="25786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922008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894576" y="29992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894576" y="345643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소모임 채널에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공유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"완료했습니다. 확인해주세요."  —  이게 에이전트 활용의 최종 그림입니다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1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그룹웨어 일정 등록 + 슬랙 공지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 ·  채팅창 AI는 절대 못 하는 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8046720" cy="2103120"/>
          </a:xfrm>
          <a:prstGeom prst="roundRect">
            <a:avLst>
              <a:gd name="adj" fmla="val 3043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804672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340864"/>
            <a:ext cx="804672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76656" y="228600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859536" y="228600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042416" y="228600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280160" y="219456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2578608"/>
            <a:ext cx="76443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그룹웨어에 다음 소모임 일정 잡고, 소모임 채널에 공지 올려줘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[1/3] ji-gw-ai로 그룹웨어 접속 → 일정 등록      ← 지금 '출입증(MCP)'을 쓰는 중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[2/3] 공지 문안 작성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[3/3] Slack MCP로 #인공지능연구회소모임 게시    ✓ 완료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5B9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창이 뜰 때마다 잠깐 멈춥니다 — "지금 저한테 허락을 구하는 겁니다"</a:t>
            </a:r>
            <a:endParaRPr lang="en-US" sz="12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F209FA-2CC9-1FAE-8A16-473CD9AF7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206" y="1757406"/>
            <a:ext cx="2928730" cy="11669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1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hwp2pdf 작업을 슬랙에 공유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(ChatGPT)  ·  우리 채널에서 이미 해온 일들의 연장선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8046720" cy="1828800"/>
          </a:xfrm>
          <a:prstGeom prst="roundRect">
            <a:avLst>
              <a:gd name="adj" fmla="val 3500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804672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340864"/>
            <a:ext cx="804672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76656" y="228600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859536" y="228600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042416" y="228600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280160" y="219456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2578608"/>
            <a:ext cx="76443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codex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내가 만든 hwp2pdf 내용 정리해서 동호회 채널에 올려줘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README 요약 → 슬랙 업로드   ✓ 완료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2062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업무의 상당수가 hwp — 이런 반복 작업이 자동화 1순위입니다. (HWP Preview 봇, hwpx-mcp 기억나시죠?)</a:t>
            </a:r>
            <a:endParaRPr lang="en-US" sz="12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3FA69F5-1211-B62D-52EB-FE795A0DA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953" y="1970598"/>
            <a:ext cx="3322983" cy="19648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실습 — 내 구독에 맞는 것 하나만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들어주세요: Claude 유료 / ChatGPT 유료 / 그 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12984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 </a:t>
            </a: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Pro 이상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2743200" cy="2377440"/>
          </a:xfrm>
          <a:prstGeom prst="roundRect">
            <a:avLst>
              <a:gd name="adj" fmla="val 2692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274320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493776" y="173736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676656" y="173736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59536" y="173736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66928" y="2029968"/>
            <a:ext cx="23408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 터미널: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https://claude.ai/install.sh | bash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PowerShell: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t>powershell -ExecutionPolicy Bypass -c "irm https://claude.ai/install.ps1 | iex"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설치 후 claude 입력, 브라우저 로그인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73552" y="12984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 </a:t>
            </a: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 Plus 이상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27832" y="1645920"/>
            <a:ext cx="2743200" cy="2377440"/>
          </a:xfrm>
          <a:prstGeom prst="roundRect">
            <a:avLst>
              <a:gd name="adj" fmla="val 2692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3227832" y="164592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3227832" y="1792224"/>
            <a:ext cx="274320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3355848" y="173736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3538728" y="173736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3721608" y="173736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3429000" y="2029968"/>
            <a:ext cx="23408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 터미널: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https://chatgpt.com/codex/install.sh | sh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PowerShell: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t>powershell -ExecutionPolicy Bypass -c "irm https://chatgpt.com/codex/install.ps1 | iex"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codex 입력, Sign in with 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35624" y="12984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Antigravity  </a:t>
            </a: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계정 (무료)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089904" y="1645920"/>
            <a:ext cx="2743200" cy="2377440"/>
          </a:xfrm>
          <a:prstGeom prst="roundRect">
            <a:avLst>
              <a:gd name="adj" fmla="val 2692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089904" y="164592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089904" y="1792224"/>
            <a:ext cx="274320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217920" y="173736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400800" y="173736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583680" y="173736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291072" y="2029968"/>
            <a:ext cx="23408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antigravity.google/download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다운로드 후 설치 (일반 앱과 동일)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Start fresh 선택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에이전트 모드: 검토 중심(승인형)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구글 계정 로그인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42519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되면?  ① 터미널 껐다 다시 켜기  ② 무료 플랜이면 Antigravity로  ③ 크게 막히면 손 들기 (전체 진행은 계속)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미션 — 바탕화면에 ai-test 빈 폴더부터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Antigravity는 폴더를 워크스페이스로 열기 · CLI는 cd로 이동 후 실행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 1 · 승인 경험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14630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"hello.txt 파일을 만들고 오늘 배운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 한 줄로 적어줘"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995160" y="1463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승인(y) 누르는 순간을 경험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2316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2697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 2 · 보이는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280" y="2514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소개 웹페이지를 만들어서 브라우저로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열어줘. 배경은 내가 좋아하는 색으로"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결과물이 눈앞에 뜨는 순간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47472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3749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 3 · 대화로 수정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83280" y="35661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"글씨를 키우고 이모지를 추가해줘"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995160" y="35661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계속 고쳐나가는 감각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여유 있는 분: 폴더에 pdf 몇 개 넣고 → "이 파일들 내용을 요약한 목록.md 만들어줘"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1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세 줄 요약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43000" y="129844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= 답만 하는 AI가 아니라, 내 컴퓨터에서 직접 일하는 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928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1865376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한국어로 대화하면 됩니다 — MCP는 출입증, 스킬은 매뉴얼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40080" y="2459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2432304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승인제라 안전하지만, 실습은 빈 폴더에서만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1F2D3D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22960" y="3383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5B9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과제:  </a:t>
            </a:r>
            <a:r>
              <a:rPr lang="en-US" sz="13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업무 하나를 에이전트로 시도해보고, 결과를 #인공지능연구회소모임 채널에 공유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376732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소모임 후보:  MCP로 그룹웨어·슬랙 직접 연결  ·  스킬 만들기 실습  ·  플러그인으로 묶어 공유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아카이브   </a:t>
            </a:r>
            <a:r>
              <a:rPr lang="en-US" sz="1400" b="1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github.com/z0nam/ji-ai-study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9111D0-E286-0846-8ABF-00F10F34B9D0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9f608c92-5abc-4468-bc89-bce62fc376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1506</Words>
  <Application>Microsoft Macintosh PowerPoint</Application>
  <PresentationFormat>On-screen Show (16:9)</PresentationFormat>
  <Paragraphs>273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Malgun Gothic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채팅창을 넘어서: CLI 기반 AI 에이전트 입문</dc:title>
  <dc:subject>PptxGenJS Presentation</dc:subject>
  <dc:creator>조남운</dc:creator>
  <cp:lastModifiedBy>조남운</cp:lastModifiedBy>
  <cp:revision>4</cp:revision>
  <dcterms:created xsi:type="dcterms:W3CDTF">2026-07-09T03:17:47Z</dcterms:created>
  <dcterms:modified xsi:type="dcterms:W3CDTF">2026-07-09T07:34:36Z</dcterms:modified>
</cp:coreProperties>
</file>