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ce7244280945c6" /><Relationship Type="http://schemas.openxmlformats.org/officeDocument/2006/relationships/extended-properties" Target="/docProps/app.xml" Id="R4d2476c04bd044ac" /><Relationship Type="http://schemas.openxmlformats.org/officeDocument/2006/relationships/officeDocument" Target="/ppt/presentation.xml" Id="R25fdec67e4524f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51399e7f56464e"/>
  </p:sldMasterIdLst>
  <p:notesMasterIdLst>
    <p:notesMasterId xmlns:r="http://schemas.openxmlformats.org/officeDocument/2006/relationships" r:id="R54d68fd85fe24e14"/>
  </p:notesMasterIdLst>
  <p:sldIdLst>
    <p:sldId xmlns:r="http://schemas.openxmlformats.org/officeDocument/2006/relationships" id="256" r:id="Re0056588b158400f"/>
    <p:sldId xmlns:r="http://schemas.openxmlformats.org/officeDocument/2006/relationships" id="257" r:id="R23c100f551fe43a9"/>
    <p:sldId xmlns:r="http://schemas.openxmlformats.org/officeDocument/2006/relationships" id="258" r:id="R46b2725957544440"/>
    <p:sldId xmlns:r="http://schemas.openxmlformats.org/officeDocument/2006/relationships" id="259" r:id="R5405ffe087ae4ae4"/>
    <p:sldId xmlns:r="http://schemas.openxmlformats.org/officeDocument/2006/relationships" id="260" r:id="R5968a77ea21a48b0"/>
    <p:sldId xmlns:r="http://schemas.openxmlformats.org/officeDocument/2006/relationships" id="261" r:id="Rf593066a40e9481c"/>
    <p:sldId xmlns:r="http://schemas.openxmlformats.org/officeDocument/2006/relationships" id="262" r:id="Rfa411c19339d4bac"/>
    <p:sldId xmlns:r="http://schemas.openxmlformats.org/officeDocument/2006/relationships" id="263" r:id="R2c8beec44bab4211"/>
    <p:sldId xmlns:r="http://schemas.openxmlformats.org/officeDocument/2006/relationships" id="264" r:id="Rbfcbee163b0b4852"/>
    <p:sldId xmlns:r="http://schemas.openxmlformats.org/officeDocument/2006/relationships" id="265" r:id="Red41085481674ac5"/>
    <p:sldId xmlns:r="http://schemas.openxmlformats.org/officeDocument/2006/relationships" id="266" r:id="R5b3b0ceac7674066"/>
    <p:sldId xmlns:r="http://schemas.openxmlformats.org/officeDocument/2006/relationships" id="267" r:id="R7e2563de5b3243e4"/>
    <p:sldId xmlns:r="http://schemas.openxmlformats.org/officeDocument/2006/relationships" id="268" r:id="R7ad06bcb5c854a97"/>
    <p:sldId xmlns:r="http://schemas.openxmlformats.org/officeDocument/2006/relationships" id="269" r:id="Re28e3e8535554ba4"/>
    <p:sldId xmlns:r="http://schemas.openxmlformats.org/officeDocument/2006/relationships" id="270" r:id="Rdb00743de9d24892"/>
    <p:sldId xmlns:r="http://schemas.openxmlformats.org/officeDocument/2006/relationships" id="271" r:id="R7a46483b0d9940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dffb151c5449d3" /><Relationship Type="http://schemas.openxmlformats.org/officeDocument/2006/relationships/slideMaster" Target="/ppt/slideMasters/slideMaster1.xml" Id="Rbe51399e7f56464e" /><Relationship Type="http://schemas.openxmlformats.org/officeDocument/2006/relationships/notesMaster" Target="/ppt/notesMasters/notesMaster1.xml" Id="R54d68fd85fe24e14" /><Relationship Type="http://schemas.openxmlformats.org/officeDocument/2006/relationships/presProps" Target="/ppt/presProps.xml" Id="R63dbc2b4f91e4b36" /><Relationship Type="http://schemas.openxmlformats.org/officeDocument/2006/relationships/tableStyles" Target="/ppt/tableStyles.xml" Id="R394c71f1f65548e3" /><Relationship Type="http://schemas.openxmlformats.org/officeDocument/2006/relationships/slide" Target="/ppt/slides/slide1.xml" Id="Re0056588b158400f" /><Relationship Type="http://schemas.openxmlformats.org/officeDocument/2006/relationships/slide" Target="/ppt/slides/slide2.xml" Id="R23c100f551fe43a9" /><Relationship Type="http://schemas.openxmlformats.org/officeDocument/2006/relationships/slide" Target="/ppt/slides/slide3.xml" Id="R46b2725957544440" /><Relationship Type="http://schemas.openxmlformats.org/officeDocument/2006/relationships/slide" Target="/ppt/slides/slide4.xml" Id="R5405ffe087ae4ae4" /><Relationship Type="http://schemas.openxmlformats.org/officeDocument/2006/relationships/slide" Target="/ppt/slides/slide5.xml" Id="R5968a77ea21a48b0" /><Relationship Type="http://schemas.openxmlformats.org/officeDocument/2006/relationships/slide" Target="/ppt/slides/slide6.xml" Id="Rf593066a40e9481c" /><Relationship Type="http://schemas.openxmlformats.org/officeDocument/2006/relationships/slide" Target="/ppt/slides/slide7.xml" Id="Rfa411c19339d4bac" /><Relationship Type="http://schemas.openxmlformats.org/officeDocument/2006/relationships/slide" Target="/ppt/slides/slide8.xml" Id="R2c8beec44bab4211" /><Relationship Type="http://schemas.openxmlformats.org/officeDocument/2006/relationships/slide" Target="/ppt/slides/slide9.xml" Id="Rbfcbee163b0b4852" /><Relationship Type="http://schemas.openxmlformats.org/officeDocument/2006/relationships/slide" Target="/ppt/slides/slide10.xml" Id="Red41085481674ac5" /><Relationship Type="http://schemas.openxmlformats.org/officeDocument/2006/relationships/slide" Target="/ppt/slides/slide11.xml" Id="R5b3b0ceac7674066" /><Relationship Type="http://schemas.openxmlformats.org/officeDocument/2006/relationships/slide" Target="/ppt/slides/slide12.xml" Id="R7e2563de5b3243e4" /><Relationship Type="http://schemas.openxmlformats.org/officeDocument/2006/relationships/slide" Target="/ppt/slides/slide13.xml" Id="R7ad06bcb5c854a97" /><Relationship Type="http://schemas.openxmlformats.org/officeDocument/2006/relationships/slide" Target="/ppt/slides/slide14.xml" Id="Re28e3e8535554ba4" /><Relationship Type="http://schemas.openxmlformats.org/officeDocument/2006/relationships/slide" Target="/ppt/slides/slide15.xml" Id="Rdb00743de9d24892" /><Relationship Type="http://schemas.openxmlformats.org/officeDocument/2006/relationships/slide" Target="/ppt/slides/slide16.xml" Id="R7a46483b0d9940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d47fde48e049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43b7938e9c424c" /><Relationship Type="http://schemas.openxmlformats.org/officeDocument/2006/relationships/notesMaster" Target="/ppt/notesMasters/notesMaster1.xml" Id="Rdad8a88096bb4c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1db70a9da745cf" /><Relationship Type="http://schemas.openxmlformats.org/officeDocument/2006/relationships/notesMaster" Target="/ppt/notesMasters/notesMaster1.xml" Id="R52075f76f38442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0fb0bdbbe5451e" /><Relationship Type="http://schemas.openxmlformats.org/officeDocument/2006/relationships/notesMaster" Target="/ppt/notesMasters/notesMaster1.xml" Id="R1ffd6628ae984b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46f817de2742de" /><Relationship Type="http://schemas.openxmlformats.org/officeDocument/2006/relationships/notesMaster" Target="/ppt/notesMasters/notesMaster1.xml" Id="R5a2d2921586448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351b032aa94538" /><Relationship Type="http://schemas.openxmlformats.org/officeDocument/2006/relationships/notesMaster" Target="/ppt/notesMasters/notesMaster1.xml" Id="Raac4ae7fb02b44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2ae52940c84ff2" /><Relationship Type="http://schemas.openxmlformats.org/officeDocument/2006/relationships/notesMaster" Target="/ppt/notesMasters/notesMaster1.xml" Id="Rb1cd68a3b61544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245f5651294d1d" /><Relationship Type="http://schemas.openxmlformats.org/officeDocument/2006/relationships/notesMaster" Target="/ppt/notesMasters/notesMaster1.xml" Id="R10e102a7590240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1b2818a91e4d29" /><Relationship Type="http://schemas.openxmlformats.org/officeDocument/2006/relationships/notesMaster" Target="/ppt/notesMasters/notesMaster1.xml" Id="Rc72799be3ee340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e795b92b944a68" /><Relationship Type="http://schemas.openxmlformats.org/officeDocument/2006/relationships/notesMaster" Target="/ppt/notesMasters/notesMaster1.xml" Id="R51ff348b68a84d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a24f59abf44afd" /><Relationship Type="http://schemas.openxmlformats.org/officeDocument/2006/relationships/notesMaster" Target="/ppt/notesMasters/notesMaster1.xml" Id="Rc7b31d4eab1d41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ff22c9ef9c499e" /><Relationship Type="http://schemas.openxmlformats.org/officeDocument/2006/relationships/notesMaster" Target="/ppt/notesMasters/notesMaster1.xml" Id="R094b836208ed46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015f63cf0a4698" /><Relationship Type="http://schemas.openxmlformats.org/officeDocument/2006/relationships/notesMaster" Target="/ppt/notesMasters/notesMaster1.xml" Id="R7165527ac4e44c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7355d3c48641e2" /><Relationship Type="http://schemas.openxmlformats.org/officeDocument/2006/relationships/notesMaster" Target="/ppt/notesMasters/notesMaster1.xml" Id="Rd778da7e25014d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998469908749a2" /><Relationship Type="http://schemas.openxmlformats.org/officeDocument/2006/relationships/notesMaster" Target="/ppt/notesMasters/notesMaster1.xml" Id="R52494e5c293a453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4a13a9796446a9" /><Relationship Type="http://schemas.openxmlformats.org/officeDocument/2006/relationships/notesMaster" Target="/ppt/notesMasters/notesMaster1.xml" Id="Rd0ea725d7cc244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bfe61f0406443f" /><Relationship Type="http://schemas.openxmlformats.org/officeDocument/2006/relationships/notesMaster" Target="/ppt/notesMasters/notesMaster1.xml" Id="R01cc8f97146c40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1분. 7월 23일 회차는 건너뛰었고, 오늘은 설명보다 직접 설치와 실행이 중심이라고 안내한다.</a:t>
            </a:r>
          </a:p>
          <a:p xmlns:a="http://schemas.openxmlformats.org/drawingml/2006/main">
            <a:r>
              <a:t>참가자는 Claude Code, Codex, Antigravity 중 이미 설치된 도구 하나를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session brief</a:t>
            </a:r>
          </a:p>
          <a:p xmlns:a="http://schemas.openxmlformats.org/drawingml/2006/main">
            <a:r>
              <a:t>- https://github.com/z0nam/ji-ai-study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1분. 네 서비스를 모두 완벽히 세팅하는 것이 아니라, 한 서비스의 실제 조회 성공과 한 스킬의 재사용 성공을 목표로 못 박는다.</a:t>
            </a:r>
          </a:p>
          <a:p xmlns:a="http://schemas.openxmlformats.org/drawingml/2006/main">
            <a:r>
              <a:t>완료자는 옆 사람의 설치를 돕는 페어 역할로 전환한다.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session brief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1분. 17:20 이후에는 참가자별로 서로 다른 경로를 병렬 진행한다.</a:t>
            </a:r>
          </a:p>
          <a:p xmlns:a="http://schemas.openxmlformats.org/drawingml/2006/main">
            <a:r>
              <a:t>17:38에 전체를 다시 모아 공통 프롬프트와 스킬 작성으로 넘어간다.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session brief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4분. 지난 모임의 비유를 이어 MCP는 출입증, Skill은 업무 매뉴얼이라고 설명한다.</a:t>
            </a:r>
          </a:p>
          <a:p xmlns:a="http://schemas.openxmlformats.org/drawingml/2006/main">
            <a:r>
              <a:t>CLI 도구도 Skill이 호출할 수 있는 손발이다. 오늘 GW와 mail-skill이 이 패턴이다.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https://learn.chatgpt.com/docs/extend/mcp.md</a:t>
            </a:r>
          </a:p>
          <a:p xmlns:a="http://schemas.openxmlformats.org/drawingml/2006/main">
            <a:r>
              <a:t>- https://developers.openai.com/plugins/concepts/skills.md</a:t>
            </a:r>
          </a:p>
          <a:p xmlns:a="http://schemas.openxmlformats.org/drawingml/2006/main">
            <a:r>
              <a:t>- https://github.com/z0nam/ji-ai-study/tree/main/study-group/2026-07-09-cli-ai-agents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3분. GitHub 현재 상태를 확인한 결과 GW·Slack·Monday는 Private, mail-skill은 Public이다.</a:t>
            </a:r>
          </a:p>
          <a:p xmlns:a="http://schemas.openxmlformats.org/drawingml/2006/main">
            <a:r>
              <a:t>Private 저장소는 사전에 Collaborator 초대를 수락해야 한다. 외부 재배포는 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https://github.com/z0nam/ji-gw-ai</a:t>
            </a:r>
          </a:p>
          <a:p xmlns:a="http://schemas.openxmlformats.org/drawingml/2006/main">
            <a:r>
              <a:t>- https://github.com/z0nam/ji-slack-admin</a:t>
            </a:r>
          </a:p>
          <a:p xmlns:a="http://schemas.openxmlformats.org/drawingml/2006/main">
            <a:r>
              <a:t>- https://github.com/z0nam/ji-monday-admin</a:t>
            </a:r>
          </a:p>
          <a:p xmlns:a="http://schemas.openxmlformats.org/drawingml/2006/main">
            <a:r>
              <a:t>- https://github.com/z0nam/mail-skill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2분. 손들기로 OAuth 경로와 로컬 경로 그룹을 나눈다.</a:t>
            </a:r>
          </a:p>
          <a:p xmlns:a="http://schemas.openxmlformats.org/drawingml/2006/main">
            <a:r>
              <a:t>Codex·Antigravity 사용자는 호스트별 커넥터 UI가 다를 수 있으므로, 오늘은 저장소 문서로 검증된 로컬 GW/Mail 경로가 안정적이다.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https://github.com/z0nam/ji-slack-admin</a:t>
            </a:r>
          </a:p>
          <a:p xmlns:a="http://schemas.openxmlformats.org/drawingml/2006/main">
            <a:r>
              <a:t>- https://github.com/z0nam/ji-monday-admin/blob/main/docs/mcp-setup-and-usage.md</a:t>
            </a:r>
          </a:p>
          <a:p xmlns:a="http://schemas.openxmlformats.org/drawingml/2006/main">
            <a:r>
              <a:t>- https://github.com/z0nam/ji-gw-ai/blob/main/docs/INSTALL.md</a:t>
            </a:r>
          </a:p>
          <a:p xmlns:a="http://schemas.openxmlformats.org/drawingml/2006/main">
            <a:r>
              <a:t>- https://github.com/z0nam/mail-skill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3분. 토큰이나 비밀번호를 AI 채팅에 붙여넣지 말고 각 저장소의 로컬 설정 경로를 사용한다.</a:t>
            </a:r>
          </a:p>
          <a:p xmlns:a="http://schemas.openxmlformats.org/drawingml/2006/main">
            <a:r>
              <a:t>오늘 공통 성공 판정은 read-only 조회다. 실제 발송·상신은 시연하지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https://github.com/z0nam/ji-gw-ai/blob/main/README.md</a:t>
            </a:r>
          </a:p>
          <a:p xmlns:a="http://schemas.openxmlformats.org/drawingml/2006/main">
            <a:r>
              <a:t>- https://github.com/z0nam/ji-slack-admin/blob/main/README.md</a:t>
            </a:r>
          </a:p>
          <a:p xmlns:a="http://schemas.openxmlformats.org/drawingml/2006/main">
            <a:r>
              <a:t>- https://github.com/z0nam/mail-skill/blob/main/README.md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5분. 전원에게 네 줄을 모두 실행하게 하되, private 접근 실패자는 public mail-skill만 확보하면 다음 단계로 진행 가능하다.</a:t>
            </a:r>
          </a:p>
          <a:p xmlns:a="http://schemas.openxmlformats.org/drawingml/2006/main">
            <a:r>
              <a:t>이미 클론된 저장소라면 새 clone 대신 그 폴더에서 git status와 README를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https://github.com/z0nam/ji-gw-ai</a:t>
            </a:r>
          </a:p>
          <a:p xmlns:a="http://schemas.openxmlformats.org/drawingml/2006/main">
            <a:r>
              <a:t>- https://github.com/z0nam/ji-slack-admin</a:t>
            </a:r>
          </a:p>
          <a:p xmlns:a="http://schemas.openxmlformats.org/drawingml/2006/main">
            <a:r>
              <a:t>- https://github.com/z0nam/ji-monday-admin</a:t>
            </a:r>
          </a:p>
          <a:p xmlns:a="http://schemas.openxmlformats.org/drawingml/2006/main">
            <a:r>
              <a:t>- https://github.com/z0nam/mail-skill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선택 그룹만 10~12분. Slack 또는 monday 중 하나만 연결한다.</a:t>
            </a:r>
          </a:p>
          <a:p xmlns:a="http://schemas.openxmlformats.org/drawingml/2006/main">
            <a:r>
              <a:t>워크스페이스 관리자 정책이나 connector 가용성에 따라 UI가 다를 수 있다. 연결 메뉴가 없으면 로컬 경로로 전환한다.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https://github.com/z0nam/ji-slack-admin/blob/main/README.md</a:t>
            </a:r>
          </a:p>
          <a:p xmlns:a="http://schemas.openxmlformats.org/drawingml/2006/main">
            <a:r>
              <a:t>- https://github.com/z0nam/ji-monday-admin/blob/main/docs/mcp-setup-and-usage.md</a:t>
            </a:r>
          </a:p>
          <a:p xmlns:a="http://schemas.openxmlformats.org/drawingml/2006/main">
            <a:r>
              <a:t>- https://learn.chatgpt.com/docs/extend/mcp.md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선택 그룹만 10~12분. Python 3.12+, uv가 사전 요건이다.</a:t>
            </a:r>
          </a:p>
          <a:p xmlns:a="http://schemas.openxmlformats.org/drawingml/2006/main">
            <a:r>
              <a:t>공식 Codex 현재 문서는 사용자 Skill 위치로 ~/.agents/skills를 안내한다. 저장소 기존 문서는 ~/.codex/skills를 사용하므로, 오늘 새 설치는 ~/.agents/skills를 기준으로 한다.</a:t>
            </a:r>
          </a:p>
          <a:p xmlns:a="http://schemas.openxmlformats.org/drawingml/2006/main">
            <a:r>
              <a:t>GW 네트워크 조회는 기관 회선 제약을 받을 수 있다. gw --help와 gw info까지만 성공해도 로컬 설치는 통과다.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https://github.com/z0nam/ji-gw-ai/blob/main/docs/INSTALL.md</a:t>
            </a:r>
          </a:p>
          <a:p xmlns:a="http://schemas.openxmlformats.org/drawingml/2006/main">
            <a:r>
              <a:t>- https://github.com/z0nam/ji-gw-ai/blob/main/.claude/skills/gw/SKILL.md</a:t>
            </a:r>
          </a:p>
          <a:p xmlns:a="http://schemas.openxmlformats.org/drawingml/2006/main">
            <a:r>
              <a:t>- https://learn.chatgpt.com/docs/build-skills.md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선택 그룹만 10~12분. Claude Code에서는 plugin 경로가 가장 빠르다.</a:t>
            </a:r>
          </a:p>
          <a:p xmlns:a="http://schemas.openxmlformats.org/drawingml/2006/main">
            <a:r>
              <a:t>Codex 사용자는 public repo를 clone한 뒤 mail SKILL.md를 ~/.agents/skills/mail에 연결하고, bootstrap/README에 따라 CLI를 PATH에 둔다.</a:t>
            </a:r>
          </a:p>
          <a:p xmlns:a="http://schemas.openxmlformats.org/drawingml/2006/main">
            <a:r>
              <a:t>회신은 초안까지만 만들고 실제 발송은 명시 승인 후라는 Skill 규칙을 보여준다.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https://github.com/z0nam/mail-skill/blob/main/plugins/mail-skill/README.md</a:t>
            </a:r>
          </a:p>
          <a:p xmlns:a="http://schemas.openxmlformats.org/drawingml/2006/main">
            <a:r>
              <a:t>- https://github.com/z0nam/mail-skill/blob/main/plugins/mail-skill/skills/mail/SKILL.md</a:t>
            </a:r>
          </a:p>
          <a:p xmlns:a="http://schemas.openxmlformats.org/drawingml/2006/main">
            <a:r>
              <a:t>- https://learn.chatgpt.com/docs/build-skills.md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5분. 참가자는 본인이 연결한 서비스의 문장을 그대로 실행한다.</a:t>
            </a:r>
          </a:p>
          <a:p xmlns:a="http://schemas.openxmlformats.org/drawingml/2006/main">
            <a:r>
              <a:t>성공 판정은 서비스명·계정 또는 실제 항목이 반환되고, 쓰기 동작이 발생하지 않는 것이다.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https://github.com/z0nam/ji-slack-admin</a:t>
            </a:r>
          </a:p>
          <a:p xmlns:a="http://schemas.openxmlformats.org/drawingml/2006/main">
            <a:r>
              <a:t>- https://github.com/z0nam/ji-monday-admin/blob/main/docs/mcp-setup-and-usage.md</a:t>
            </a:r>
          </a:p>
          <a:p xmlns:a="http://schemas.openxmlformats.org/drawingml/2006/main">
            <a:r>
              <a:t>- https://github.com/z0nam/mail-skill/blob/main/plugins/mail-skill/skills/mail/SKILL.md</a:t>
            </a:r>
          </a:p>
          <a:p xmlns:a="http://schemas.openxmlformats.org/drawingml/2006/main">
            <a:r>
              <a:t>- https://github.com/z0nam/ji-gw-ai/blob/main/.claude/skills/gw/SKILL.md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4분. description이 Skill의 자동 선택을 좌우하고, 본문은 입력·순서·출력·중단 조건을 정한다.</a:t>
            </a:r>
          </a:p>
          <a:p xmlns:a="http://schemas.openxmlformats.org/drawingml/2006/main">
            <a:r>
              <a:t>Codex는 $skill-creator로 시작할 수 있고, 직접 폴더와 SKILL.md를 만들어도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https://learn.chatgpt.com/docs/build-skills.md</a:t>
            </a:r>
          </a:p>
          <a:p xmlns:a="http://schemas.openxmlformats.org/drawingml/2006/main">
            <a:r>
              <a:t>- https://developers.openai.com/plugins/build/skills.md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8분. Codex는 $skill-creator를 호출해 위 세 박스 내용을 전달한다. Claude는 ~/.claude/skills/today-brief/SKILL.md를 직접 만들거나 에이전트에게 만들게 한다.</a:t>
            </a:r>
          </a:p>
          <a:p xmlns:a="http://schemas.openxmlformats.org/drawingml/2006/main">
            <a:r>
              <a:t>Codex 수동 설치는 repo 범위 .agents/skills 또는 사용자 범위 ~/.agents/skills를 사용한다.</a:t>
            </a:r>
          </a:p>
          <a:p xmlns:a="http://schemas.openxmlformats.org/drawingml/2006/main">
            <a:r>
              <a:t>작성 후 “today-brief 스킬로 오늘 브리핑 해줘”를 실행하고, 발송이나 수정이 없었는지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https://learn.chatgpt.com/docs/build-skills.md</a:t>
            </a:r>
          </a:p>
          <a:p xmlns:a="http://schemas.openxmlformats.org/drawingml/2006/main">
            <a:r>
              <a:t>- https://developers.openai.com/plugins/build/skills.md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3분. 진행자는 네트워크·권한 문제를 현장에서 끝까지 해결하려 하지 않는다.</a:t>
            </a:r>
          </a:p>
          <a:p xmlns:a="http://schemas.openxmlformats.org/drawingml/2006/main">
            <a:r>
              <a:t>공개 mail-skill과 읽기 전용 Skill 작성은 모든 참가자가 남길 수 있는 공통 폴백이다.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https://github.com/z0nam/mail-skill</a:t>
            </a:r>
          </a:p>
          <a:p xmlns:a="http://schemas.openxmlformats.org/drawingml/2006/main">
            <a:r>
              <a:t>- https://github.com/z0nam/ji-gw-ai/blob/main/docs/INSTALL.md</a:t>
            </a:r>
          </a:p>
          <a:p xmlns:a="http://schemas.openxmlformats.org/drawingml/2006/main">
            <a:r>
              <a:t>- https://learn.chatgpt.com/docs/extend/mcp.md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4분. 참가자에게 세 가지를 확인하고, 성공한 서비스와 다음 자동화 아이디어를 채널에 한 줄로 공유하게 한다.</a:t>
            </a:r>
          </a:p>
          <a:p xmlns:a="http://schemas.openxmlformats.org/drawingml/2006/main">
            <a:r>
              <a:t>질문은 설정 로그와 오류 메시지를 남긴 참가자부터 짧게 받는다.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https://github.com/z0nam/ji-ai-study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2ca1a64ec744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c5a10de9874ce8" /><Relationship Type="http://schemas.openxmlformats.org/officeDocument/2006/relationships/slideLayout" Target="/ppt/slideLayouts/slideLayout1.xml" Id="R348bb15a3dd04c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8bb15a3dd04c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9e9b124294acb" /><Relationship Type="http://schemas.openxmlformats.org/officeDocument/2006/relationships/notesSlide" Target="/ppt/notesSlides/notesSlide1.xml" Id="Rda821b09d95d4e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e81f0d92e440e" /><Relationship Type="http://schemas.openxmlformats.org/officeDocument/2006/relationships/notesSlide" Target="/ppt/notesSlides/notesSlide2.xml" Id="R49e6a8520feb4b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b001f202045f6" /><Relationship Type="http://schemas.openxmlformats.org/officeDocument/2006/relationships/notesSlide" Target="/ppt/notesSlides/notesSlide3.xml" Id="R2142a2bc33504a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2c64822d34b0a" /><Relationship Type="http://schemas.openxmlformats.org/officeDocument/2006/relationships/notesSlide" Target="/ppt/notesSlides/notesSlide4.xml" Id="Rdb2641850f7645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bf18a51d64333" /><Relationship Type="http://schemas.openxmlformats.org/officeDocument/2006/relationships/notesSlide" Target="/ppt/notesSlides/notesSlide5.xml" Id="Rab1fc6cf2e9d40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73136fd0a42b4" /><Relationship Type="http://schemas.openxmlformats.org/officeDocument/2006/relationships/notesSlide" Target="/ppt/notesSlides/notesSlide6.xml" Id="Rddf23f445ef44b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7ce14522e422d" /><Relationship Type="http://schemas.openxmlformats.org/officeDocument/2006/relationships/notesSlide" Target="/ppt/notesSlides/notesSlide7.xml" Id="R2650ad5551b74b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1e0891cdd47e0" /><Relationship Type="http://schemas.openxmlformats.org/officeDocument/2006/relationships/notesSlide" Target="/ppt/notesSlides/notesSlide8.xml" Id="R82298d717e9444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454ffa12242fc" /><Relationship Type="http://schemas.openxmlformats.org/officeDocument/2006/relationships/notesSlide" Target="/ppt/notesSlides/notesSlide9.xml" Id="R0dccd7a769ba4c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bf2336c274f55" /><Relationship Type="http://schemas.openxmlformats.org/officeDocument/2006/relationships/notesSlide" Target="/ppt/notesSlides/notesSlide10.xml" Id="Rc795fbc013fa41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a11b48fe944c2" /><Relationship Type="http://schemas.openxmlformats.org/officeDocument/2006/relationships/notesSlide" Target="/ppt/notesSlides/notesSlide11.xml" Id="R849e85a7a76d42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37a9eb1cd4a73" /><Relationship Type="http://schemas.openxmlformats.org/officeDocument/2006/relationships/notesSlide" Target="/ppt/notesSlides/notesSlide12.xml" Id="R5bd6bd60e2a44e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7332ead784ab0" /><Relationship Type="http://schemas.openxmlformats.org/officeDocument/2006/relationships/notesSlide" Target="/ppt/notesSlides/notesSlide13.xml" Id="R1c29da7a1c1c46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7d481033e442f" /><Relationship Type="http://schemas.openxmlformats.org/officeDocument/2006/relationships/notesSlide" Target="/ppt/notesSlides/notesSlide14.xml" Id="R4caa8dea8be545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6c0a448f44353" /><Relationship Type="http://schemas.openxmlformats.org/officeDocument/2006/relationships/notesSlide" Target="/ppt/notesSlides/notesSlide15.xml" Id="R62860e6d7eb746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59c949e0c4766" /><Relationship Type="http://schemas.openxmlformats.org/officeDocument/2006/relationships/notesSlide" Target="/ppt/notesSlides/notesSlide16.xml" Id="R07441c5d5b1848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F0FE06A3-4F97-4A67-9657-248C3B15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MCP로 업무도구 연결하고
나만의 Skill 만들기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C990CA7-9EAB-4186-B257-81CC4E48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2026. 8. 6. 17:00–18:00 · 노꼬메 · 개인 노트북 실습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4A1FC98-901F-4FAD-95EF-29E07638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제주연구원 인공지능연구회 소모임</a:t>
            </a:r>
          </a:p>
        </p:txBody>
      </p:sp>
    </p:spTree>
    <p:extLst>
      <p:ext uri="{BB962C8B-B14F-4D97-AF65-F5344CB8AC3E}">
        <p14:creationId xmlns:p14="http://schemas.microsoft.com/office/powerpoint/2010/main" val="730685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79AE0F2E-74D8-49C3-81E1-5BEBF137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연결 1개 + Skill 1개
내 컴퓨터에서 실행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CE36EFA-811E-47AC-B525-C7028526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오늘의 성공 기준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FB8EDA0-9641-42A7-8046-BC1D6030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60분 실습</a:t>
            </a:r>
          </a:p>
        </p:txBody>
      </p:sp>
    </p:spTree>
    <p:extLst>
      <p:ext uri="{BB962C8B-B14F-4D97-AF65-F5344CB8AC3E}">
        <p14:creationId xmlns:p14="http://schemas.microsoft.com/office/powerpoint/2010/main" val="942863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4BC496C5-2246-43CA-BEB4-FC858FD7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DFCDA43E-1372-44B6-AFF0-D45E1536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오늘 60분은 ‘설명 → 연결 → 사용 → 재사용’ 순서입니다</a:t>
            </a:r>
          </a:p>
        </p:txBody>
      </p:sp>
      <p:graphicFrame>
        <p:nvGraphicFramePr>
          <p:cNvPr id="6" name="Table-3-4"/>
          <p:cNvGraphicFramePr/>
          <p:nvPr/>
        </p:nvGraphicFramePr>
        <p:xfrm>
          <a:off xmlns:a="http://schemas.openxmlformats.org/drawingml/2006/main" x="393668" y="2079974"/>
          <a:ext xmlns:a="http://schemas.openxmlformats.org/drawingml/2006/main" cx="11404664" cy="391439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8491"/>
                <a:gridCol w="10526078"/>
              </a:tblGrid>
              <a:tr h="652399"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3D8D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17:00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성공 기준과 MCP·Skill의 역할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3D8D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17:08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GitHub 자산 4종과 내 실습 경로 선택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3D8D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17:13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권한 확인·클론·인증 정보 준비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3D8D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17:20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슬랙·먼데이·메일·GW 중 1개 연결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3D8D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17:38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읽기 전용 프롬프트로 실제 데이터 확인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 anchor="ctr"/>
                    <a:lstStyle/>
                    <a:p>
                      <a:pPr algn="ctr"/>
                      <a:r>
                        <a:rPr sz="1275" b="1">
                          <a:solidFill>
                            <a:srgbClr val="3D8D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17:48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SKILL.md 작성·호출·결과 확인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2723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6520F85-9AFB-49FB-9ECC-F7051579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1F25AEF-1081-420A-AFE7-EDF06879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MCP는 ‘연결’, Skill은 ‘일하는 방식’을 담당합니다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871DF9B-E3A4-4E68-8D85-8B230F0A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MCP · Connector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슬랙·먼데이처럼 로그인된 서비스의 실시간 데이터와 동작을 AI에게 제공합니다.
질문: 어디에 접속할 수 있는가?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3C346757-5086-4B71-ACC7-B65C9C94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Skill · SKILL.md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도구를 언제, 어떤 순서로 쓰고 어떤 형식으로 답할지 반복 가능한 업무 절차로 가르칩니다.
질문: 접속한 뒤 어떻게 일할 것인가?</a:t>
            </a:r>
          </a:p>
        </p:txBody>
      </p:sp>
    </p:spTree>
    <p:extLst>
      <p:ext uri="{BB962C8B-B14F-4D97-AF65-F5344CB8AC3E}">
        <p14:creationId xmlns:p14="http://schemas.microsoft.com/office/powerpoint/2010/main" val="9746728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E852E96-D21E-4D46-97B3-92A6CEE1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0C20B5F-C9F4-47DA-8A29-F71B0AFB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오늘 쓰는 GitHub 자산은 연결 방식이 서로 다릅니다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FF57DDE8-FE8A-46B9-A738-7DDDBB01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로컬 CLI + gw Skill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A567C4D-A335-49B2-AA1F-36A95C59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ji-gw-ai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52A96DA5-522C-4620-9D09-61C42D7F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Slack OAuth + 운영 레시피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AA88EBD-7E92-41FF-B563-48C402FA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ji-slack-admin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C522C875-F105-4E6E-B7CC-0C2DADAB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monday OAuth + 보드 규칙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692EF212-9652-4423-86D6-77E6ACD7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ji-monday-admin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4838EB04-130E-45D0-A1E3-5F8E99F6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로컬 CLI + mail Skill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753C1872-63CA-4A1D-9FCC-D15DF490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mail-skill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78473F50-6E85-4DA3-BF9B-4FB1AB5B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4개 저장소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사내 3개는 Private
mail-skill은 Public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코드는 GitHub에,
자격증명은 내 PC에 둡니다.</a:t>
            </a:r>
          </a:p>
        </p:txBody>
      </p:sp>
    </p:spTree>
    <p:extLst>
      <p:ext uri="{BB962C8B-B14F-4D97-AF65-F5344CB8AC3E}">
        <p14:creationId xmlns:p14="http://schemas.microsoft.com/office/powerpoint/2010/main" val="113079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F9BE844-6045-4E52-9417-37F72B86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A6CDCD7-F121-443D-8CE6-B7397DF9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지금 로그인 가능한 경로 하나를 고르세요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DC2FB121-42F1-46BB-B446-B8E208FA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976C44C-7BD2-4DCD-8AEB-6E82FE84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빠른 경로 · OAuth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27FD9198-610E-4489-81FB-94F4273C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Slack · monday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브라우저 로그인 가능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Claude 환경이 가장 빠름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0049AC41-F737-420E-9F1B-5A3208AA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584BE2DE-792A-46C8-B0CF-934ACCAC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로컬 경로 · CLI + Skill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2A18085-9BFA-4458-AF96-E5F74F98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GW · Mail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터미널·Python 사용 가능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Claude·Codex에서 재사용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6BD630B-6A1E-4A55-AC6C-8777BB1C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공통 원칙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오늘은 1개를 끝까지 연결합니다.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끝난 뒤 같은 구조로 나머지를 확장합니다.</a:t>
            </a:r>
          </a:p>
        </p:txBody>
      </p:sp>
    </p:spTree>
    <p:extLst>
      <p:ext uri="{BB962C8B-B14F-4D97-AF65-F5344CB8AC3E}">
        <p14:creationId xmlns:p14="http://schemas.microsoft.com/office/powerpoint/2010/main" val="12543349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24F3418-4F1C-41F5-879C-CCA59A62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6AAF4C3F-BE46-4D0C-BA47-493D18C8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실습은 세 가지 안전문을 통과한 뒤 시작합니다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1D28A8A-36C4-4226-8F0B-252B6FA2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B42925F-42A8-461D-BA86-460AD73D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8F6BE94-46C4-40D2-B80B-AFB3973E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DF3D44AB-E462-40CD-AF9D-966121B1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1 · 범위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B830C4E-ABB8-46CD-8292-E54CBC5D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2 · 비밀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CF7A5C7-8D97-483D-B7B3-9FB49245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3 · 행동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F70B48E-F6F8-4335-AA84-42E27975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토큰은 로컬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.env·OAuth·age 키는 화면 공유와 Git 커밋에서 제외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6C565204-FD62-4319-B075-0A6B4AEA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빈 작업 폴더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중요 보고서 폴더 대신 ~/dev 또는 새 폴더에서 시작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5E02F03D-1147-49E2-B5E0-A9DBA376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읽기부터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조회 성공을 먼저 확인하고 발송·상신·수정은 명시 승인 후</a:t>
            </a:r>
          </a:p>
        </p:txBody>
      </p:sp>
    </p:spTree>
    <p:extLst>
      <p:ext uri="{BB962C8B-B14F-4D97-AF65-F5344CB8AC3E}">
        <p14:creationId xmlns:p14="http://schemas.microsoft.com/office/powerpoint/2010/main" val="14345703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DFF72AA-04FF-400E-B00F-BDAE8D85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ED80569-E074-46CB-9C40-821C3EA4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먼저 저장소를 받고, 접근이 막히면 즉시 공개 경로로 전환합니다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5CC5FA2-6DB2-4568-88B1-21E250D8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 · GitHub 접근 확인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Private 저장소는 Collaborator 초대 수락이 먼저입니다.
실습 중 권한 해결에 오래 쓰지 않습니다. 2분 안에 안 되면 mail-skill로 이동합니다.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1BBC6D21-C94E-464F-BA55-17902EFD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터미널 · 복사해서 실행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mkdir -p ~/dev &amp;&amp; cd ~/dev
git clone https://github.com/z0nam/ji-gw-ai.git
git clone https://github.com/z0nam/ji-slack-admin.git
git clone https://github.com/z0nam/ji-monday-admin.git
git clone https://github.com/z0nam/mail-skill.git</a:t>
            </a:r>
          </a:p>
        </p:txBody>
      </p:sp>
    </p:spTree>
    <p:extLst>
      <p:ext uri="{BB962C8B-B14F-4D97-AF65-F5344CB8AC3E}">
        <p14:creationId xmlns:p14="http://schemas.microsoft.com/office/powerpoint/2010/main" val="13560234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418055C-EB52-479B-BBA6-41360D3F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7EB3F5F2-5CD9-4EF7-9D0F-6FE35F98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OAuth 경로는 ‘연결 → 로그인 → 읽기 테스트’ 세 단계입니다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DFEDC6D-09FF-4F73-AC76-F16221FB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Slack 연결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사용 중인 AI의 Connectors에서 Slack이 보이면 선택하고 jeju-inst 계정으로 승인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3CD1391-78E7-4452-9548-C23616D5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monday 연결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monday.com Connector를 추가하고 jeju-inst.monday.com 계정으로 로그인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505F166-B045-4344-8C2E-1240E7B0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Slack 스모크 테스트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“내가 볼 수 있는 Slack 채널 5개만 보여줘. 쓰지는 마.”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A058600-CC94-443F-8A20-17058B2D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monday 스모크 테스트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“내 monday 계정 정보와 최근 보드 3개를 읽기만 해줘.”</a:t>
            </a:r>
          </a:p>
        </p:txBody>
      </p:sp>
    </p:spTree>
    <p:extLst>
      <p:ext uri="{BB962C8B-B14F-4D97-AF65-F5344CB8AC3E}">
        <p14:creationId xmlns:p14="http://schemas.microsoft.com/office/powerpoint/2010/main" val="9722927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A165BBD-F141-4424-B05C-9AC5C7BC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25923D2-B706-4AD3-954D-1F7AB877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GW 경로는 CLI를 설치한 뒤 read-only 명령으로 끝냅니다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A8E3324-2046-46E2-B429-07C8D51A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완료 기준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① gw --help가 뜬다
② .env에 본인 값을 넣고 gw info로 확인한다
③ 에이전트가 gw Skill을 인식한다
※ 실습에서는 draft·submit·reserve를 실행하지 않습니다.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44730137-D665-4044-9C34-1160DA4C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ji-gw-ai · macOS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cd ~/dev/ji-gw-ai
uv sync
uv tool install --editable .
cp .env.example .env
mkdir -p ~/.claude/skills ~/.agents/skills
ln -s "$PWD/.claude/skills/gw" ~/.claude/skills/gw
ln -s "$PWD/.claude/skills/gw" ~/.agents/skills/gw
gw --help
gw info</a:t>
            </a:r>
          </a:p>
        </p:txBody>
      </p:sp>
    </p:spTree>
    <p:extLst>
      <p:ext uri="{BB962C8B-B14F-4D97-AF65-F5344CB8AC3E}">
        <p14:creationId xmlns:p14="http://schemas.microsoft.com/office/powerpoint/2010/main" val="13156762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AF4A0CA-0B10-494A-B806-9E8CD9C3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DC30BD5-D3BB-4371-A4D2-653C0AEB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Mail 경로는 플러그인 설치가 가장 짧고, 모든 비밀은 로컬에 둡니다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E23F5470-92DE-4866-98F9-EB68D491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mail-skill · Public / MIT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FC7480C-8B0A-4548-AD65-5047D169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 · 설치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A78AFFAF-F945-4A22-8E94-2113F1BD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4D28A46C-7369-4089-9989-2D9EA791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11827"/>
                </a:solidFill>
                <a:latin typeface="Menlo"/>
                <a:ea typeface="Menlo"/>
                <a:cs typeface="Menlo"/>
              </a:rPr>
              <a:t>Claude Code 빠른 설치
/plugin marketplace add z0nam/mail-skill
/plugin install mail-skill@mail-skill
/mail-skill:mailskill-setup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Codex: repo clone → ~/.agents/skills/mail 연결
수동 공통: README의 bootstrap.sh → 계정 설정 → age 앱비밀번호 등록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E148C18-9475-4969-A428-E8475AE5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2 · setup 실행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0006C031-D889-4F83-9BAE-545E4DDE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6202E593-E3EC-49CC-8974-71ABEA02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3 · 계정 등록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B7384F76-DC2B-4F1F-A292-8113A66A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7EBF9163-383B-4C28-93A2-9DE95801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4 · mailskill accounts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338A8C5D-7892-4537-AB76-0BCD160C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67C893C0-3F03-43A3-97E8-300D9C99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5 · 최근 메일 5개 조회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983230E8-DEFD-47BD-A052-DF96A569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5787989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7E84891D-D152-4E4B-9003-658C7DE1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354B7E8-D2A8-425F-8108-083EF2F4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연결됐다면 먼저 ‘읽기만’ 요청해 실제 결과를 확인하세요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CB3F7EFB-AE5B-44B4-B5B3-490A800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Slack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“오늘 #인공지능연구회소모임의 새 글을 3줄로 요약해줘. 보내지는 마.”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16F5260-1684-406E-B22F-5B7407C8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monday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“내가 접근 가능한 최근 보드 3개의 이름과 진행 중 항목 수를 읽어줘.”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0B220C3-76A0-4B49-8D19-A989649D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Mail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“최근 메일 5개의 제목·보낸 사람·받은 날짜만 표로 보여줘.”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10DC8E0-2FCA-4680-89CC-C7B0EAA8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GW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“gw info를 확인하고, 가능한 read-only 명령 3개만 알려줘.”</a:t>
            </a:r>
          </a:p>
        </p:txBody>
      </p:sp>
    </p:spTree>
    <p:extLst>
      <p:ext uri="{BB962C8B-B14F-4D97-AF65-F5344CB8AC3E}">
        <p14:creationId xmlns:p14="http://schemas.microsoft.com/office/powerpoint/2010/main" val="17790149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7209A1D-6CAB-462A-83B8-B0ED31CB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EA11D80-F9E7-4667-B238-3E46BFD6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좋은 Skill은 ‘언제 쓸지’와 ‘어떻게 끝낼지’가 분명합니다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29B66DC0-1CAC-4DFE-9266-57D8B0FF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8AB88C5-AC09-4C1A-A83F-A7E4A1CF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앞부분 · 발견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C244B053-CA81-465E-A3C5-B67A6E00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2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name: today-brief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2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description: 언제 호출할지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짧고 구체적인 트리거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23D801BB-4859-4914-8D58-2CC86808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4E1D015-5614-424F-A255-75695828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본문 · 수행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477655D-49A4-4CD9-A106-E380CA63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2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입력과 도구 순서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2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읽기/쓰기 안전 경계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완료 결과 형식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DB91070-BE49-4D55-AB63-8BADC8C7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SKILL.md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name + description + 실행 절차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연결 도구가 없어도 지침만으로 시작할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315705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A10360F-F862-4181-ACB1-A985C353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10E3418-52E5-409F-923A-42B8138F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연결한 서비스 하나로 ‘오늘 브리핑’ Skill을 만드세요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78C32BD-1E0D-4125-A45A-23B3DB77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1E97EF5-8970-4B19-8527-818A1B7C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69501DB-ED47-4C20-990A-265B8913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35C6FA23-5668-4A68-A8AE-8B594A6E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AE9A1FFD-B92D-4CFC-B49C-DDAFD3F9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 · 정의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사용자가 “오늘 브리핑”이라고 하면 연결된 서비스에서 새 항목을 읽습니다.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AB5D3934-4E87-481A-B55F-8AF0B6A6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B83D6158-FE00-4E0F-934A-E8439896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2 · 안전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조회만 수행하고, 보내기·수정·상신은 하지 않습니다. 정보가 없으면 없다고 씁니다.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05764278-BC0F-4714-A9DB-2A19DFF3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7DAC53E8-B947-4777-8657-7EB34A2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3 · 출력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긴급 / 기다리는 일 / 다음 행동의 세 구역으로 8줄 이내에 정리합니다.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32FA07A2-C63C-4C1B-BC20-57B67554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BOUNDARY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FD6B491F-83AF-4D1E-818D-504F039C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TRIGGER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FC69DB11-C91A-457D-8F9A-C7F54408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4180190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3FFD23A-A747-4C31-9497-20C1CBB0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8315B78-D1F4-4D38-9A49-6EDE7388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막히면 고치기보다 경로를 바꿔서 성공 경험을 확보합니다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10B4994F-3DC3-473F-ACB6-2B089C32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9B8DDDAE-DE1E-43CD-B292-DB76579C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3F21980-70AA-4E7D-B7EA-F18F4E9C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command not found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터미널 재실행 → PATH 확인. 그래도 안 되면 OAuth 경로 또는 완료자와 페어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0865C9C-ADFF-450B-9057-8CDC0EDD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Connector 없음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호스트·관리자 정책 차이입니다. GW/Mail 로컬 경로로 전환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F376978A-BD19-460F-867D-C8B9D70D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B7CC3CFA-6699-45A5-808C-3B2300CE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F5F7A44A-B85C-4A26-A7FB-35FD062D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6400B689-BB23-40AE-9031-1FE3E99F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GitHub 404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Private 권한 문제입니다. 초대 수락을 확인하고 public mail-skill로 전환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F7DDCBAB-C9A3-4892-B599-57FE209F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1C37287B-6EED-4B2E-9404-D9C8ACE4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실습용 폴백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2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2분 안에 해결되지 않으면 다음 카드로 이동하세요.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Apple SD Gothic Neo"/>
                <a:ea typeface="Apple SD Gothic Neo"/>
                <a:cs typeface="Apple SD Gothic Neo"/>
              </a:rPr>
              <a:t>깊은 설정 문제는 소모임 뒤에 개별 점검합니다.</a:t>
            </a:r>
          </a:p>
        </p:txBody>
      </p:sp>
    </p:spTree>
    <p:extLst>
      <p:ext uri="{BB962C8B-B14F-4D97-AF65-F5344CB8AC3E}">
        <p14:creationId xmlns:p14="http://schemas.microsoft.com/office/powerpoint/2010/main" val="5062069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09E31723-3B02-4C30-85C7-29604D54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연결됐으면,
내 업무를 Skill로 가르치세요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C6E1C34-E8A7-40F9-AF8E-D5208187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① 읽기 결과 한 화면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3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② SKILL.md 폴더 한 개</a:t>
            </a:r>
          </a:p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③ 소모임 채널에 ‘연결한 것 + 다음 자동화’ 한 줄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DB05364-72DF-44A0-B542-4475CFED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Apple SD Gothic Neo"/>
                <a:ea typeface="Apple SD Gothic Neo"/>
                <a:cs typeface="Apple SD Gothic Neo"/>
              </a:rPr>
              <a:t>EXIT TICKET</a:t>
            </a:r>
          </a:p>
        </p:txBody>
      </p:sp>
    </p:spTree>
    <p:extLst>
      <p:ext uri="{BB962C8B-B14F-4D97-AF65-F5344CB8AC3E}">
        <p14:creationId xmlns:p14="http://schemas.microsoft.com/office/powerpoint/2010/main" val="666454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2026-08-06T02:33:54.4260000Z</dcterms:created>
  <dcterms:modified xsi:type="dcterms:W3CDTF">2026-08-06T02:33:54.4260000Z</dcterms:modified>
</coreProperties>
</file>